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109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2A037-EAA3-40BC-A20C-FABEE920D63C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CA22-7B8A-4781-8992-CF6172E7C2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2A037-EAA3-40BC-A20C-FABEE920D63C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CA22-7B8A-4781-8992-CF6172E7C2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2A037-EAA3-40BC-A20C-FABEE920D63C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CA22-7B8A-4781-8992-CF6172E7C2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2A037-EAA3-40BC-A20C-FABEE920D63C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CA22-7B8A-4781-8992-CF6172E7C2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2A037-EAA3-40BC-A20C-FABEE920D63C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CA22-7B8A-4781-8992-CF6172E7C2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2A037-EAA3-40BC-A20C-FABEE920D63C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CA22-7B8A-4781-8992-CF6172E7C2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2A037-EAA3-40BC-A20C-FABEE920D63C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CA22-7B8A-4781-8992-CF6172E7C2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2A037-EAA3-40BC-A20C-FABEE920D63C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CA22-7B8A-4781-8992-CF6172E7C2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2A037-EAA3-40BC-A20C-FABEE920D63C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CA22-7B8A-4781-8992-CF6172E7C2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2A037-EAA3-40BC-A20C-FABEE920D63C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CA22-7B8A-4781-8992-CF6172E7C2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2A037-EAA3-40BC-A20C-FABEE920D63C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CA22-7B8A-4781-8992-CF6172E7C2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2A037-EAA3-40BC-A20C-FABEE920D63C}" type="datetimeFigureOut">
              <a:rPr lang="en-US" smtClean="0"/>
              <a:pPr/>
              <a:t>9/20/2012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6CA22-7B8A-4781-8992-CF6172E7C2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2514600" y="1905000"/>
            <a:ext cx="1524000" cy="1143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Idle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4648200" y="1905000"/>
            <a:ext cx="1524000" cy="1143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Running</a:t>
            </a:r>
            <a:endParaRPr lang="en-US" dirty="0"/>
          </a:p>
        </p:txBody>
      </p:sp>
      <p:sp>
        <p:nvSpPr>
          <p:cNvPr id="15" name="Curved Down Arrow 14"/>
          <p:cNvSpPr/>
          <p:nvPr/>
        </p:nvSpPr>
        <p:spPr>
          <a:xfrm>
            <a:off x="3200400" y="1143000"/>
            <a:ext cx="2438400" cy="7315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urved Down Arrow 17"/>
          <p:cNvSpPr/>
          <p:nvPr/>
        </p:nvSpPr>
        <p:spPr>
          <a:xfrm rot="10800000">
            <a:off x="3200400" y="3048000"/>
            <a:ext cx="2438400" cy="7315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1295400" y="609600"/>
            <a:ext cx="457200" cy="457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371600" y="685800"/>
            <a:ext cx="304800" cy="304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rved Down Arrow 21"/>
          <p:cNvSpPr/>
          <p:nvPr/>
        </p:nvSpPr>
        <p:spPr>
          <a:xfrm rot="2688485">
            <a:off x="1642956" y="752514"/>
            <a:ext cx="2004663" cy="7315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67000" y="31242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Actor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2667000" y="36576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 Actor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2667000" y="41910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Process State</a:t>
            </a:r>
            <a:endParaRPr lang="en-US" dirty="0"/>
          </a:p>
        </p:txBody>
      </p:sp>
      <p:cxnSp>
        <p:nvCxnSpPr>
          <p:cNvPr id="14" name="Straight Arrow Connector 13"/>
          <p:cNvCxnSpPr>
            <a:stCxn id="4" idx="0"/>
            <a:endCxn id="21" idx="2"/>
          </p:cNvCxnSpPr>
          <p:nvPr/>
        </p:nvCxnSpPr>
        <p:spPr>
          <a:xfrm flipV="1">
            <a:off x="3352800" y="2590800"/>
            <a:ext cx="0" cy="53340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638800" y="41910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Process Actor</a:t>
            </a:r>
            <a:endParaRPr lang="en-US" dirty="0"/>
          </a:p>
        </p:txBody>
      </p:sp>
      <p:sp>
        <p:nvSpPr>
          <p:cNvPr id="30" name="Rounded Rectangle 29"/>
          <p:cNvSpPr/>
          <p:nvPr/>
        </p:nvSpPr>
        <p:spPr>
          <a:xfrm>
            <a:off x="5638800" y="36576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Actor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5" idx="1"/>
            <a:endCxn id="6" idx="3"/>
          </p:cNvCxnSpPr>
          <p:nvPr/>
        </p:nvCxnSpPr>
        <p:spPr>
          <a:xfrm flipH="1">
            <a:off x="4038600" y="4457700"/>
            <a:ext cx="1600200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33800" y="47244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Running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1676400" y="47244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Idle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2667000" y="20574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State Pattern UI</a:t>
            </a:r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2667000" y="15240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Actor</a:t>
            </a:r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4724400" y="1524000"/>
            <a:ext cx="1371600" cy="5334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Splas</a:t>
            </a:r>
            <a:r>
              <a:rPr lang="en-US" dirty="0" smtClean="0"/>
              <a:t>h Screen</a:t>
            </a:r>
            <a:endParaRPr lang="en-US" dirty="0"/>
          </a:p>
        </p:txBody>
      </p:sp>
      <p:sp>
        <p:nvSpPr>
          <p:cNvPr id="47" name="Curved Down Arrow 46"/>
          <p:cNvSpPr/>
          <p:nvPr/>
        </p:nvSpPr>
        <p:spPr>
          <a:xfrm>
            <a:off x="3124199" y="4800600"/>
            <a:ext cx="533401" cy="1524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Curved Down Arrow 47"/>
          <p:cNvSpPr/>
          <p:nvPr/>
        </p:nvSpPr>
        <p:spPr>
          <a:xfrm rot="10800000">
            <a:off x="3124199" y="5029200"/>
            <a:ext cx="537741" cy="1524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9" name="Straight Arrow Connector 48"/>
          <p:cNvCxnSpPr>
            <a:stCxn id="23" idx="1"/>
            <a:endCxn id="22" idx="3"/>
          </p:cNvCxnSpPr>
          <p:nvPr/>
        </p:nvCxnSpPr>
        <p:spPr>
          <a:xfrm flipH="1">
            <a:off x="4038600" y="1790700"/>
            <a:ext cx="685800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18</Words>
  <Application>Microsoft Office PowerPoint</Application>
  <PresentationFormat>On-screen Show (4:3)</PresentationFormat>
  <Paragraphs>12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Company>National Instruments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Allen C. Smith</dc:creator>
  <cp:lastModifiedBy>Allen C. Smith</cp:lastModifiedBy>
  <cp:revision>6</cp:revision>
  <dcterms:created xsi:type="dcterms:W3CDTF">2012-09-13T19:37:43Z</dcterms:created>
  <dcterms:modified xsi:type="dcterms:W3CDTF">2012-09-20T22:39:36Z</dcterms:modified>
</cp:coreProperties>
</file>